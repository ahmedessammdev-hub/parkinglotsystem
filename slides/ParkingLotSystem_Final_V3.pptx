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ARCHITECTURE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Online Parking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RESTful API built with SOLID OOP principles, EF Core, MySQL, and JWT Security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Essam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Engineer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29, 2026</a:t>
            </a:r>
            <a:endParaRPr lang="en-US" sz="1050" dirty="0"/>
          </a:p>
        </p:txBody>
      </p:sp>
      <p:pic>
        <p:nvPicPr>
          <p:cNvPr id="9" name="Image 0" descr=".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457200"/>
            <a:ext cx="393192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Objectives &amp; Scope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Entities Modelled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Lot, Floor, Spot, Vehicle, Ticket.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OOP Concepts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Inheritance, Polymorphism, Encapsulation, Strategy.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Asynchronous endpoints, validations, JWT validation.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0" y="10058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CHALLENGE &amp; OBJECTIVES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12801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parking lot management firm requires a secure and automated backend API to control a multi-floor parking lot facility. The system must allocate spots automatically, calculate fees dynamically based on configured strategies, and keep track of active spots to prevent state inconsistencies.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240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&amp; Spot Allocation — Matches spot size to vehicle. Reserves spot and starts active ticket.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23160" y="2560320"/>
            <a:ext cx="9144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28986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898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Stay &amp; Live Tracking — Locks spot status in database. Real-time listing displays active park logs.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23160" y="3218688"/>
            <a:ext cx="9144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355701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35570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Strategy Computation — Resolves pricing strategies (Hourly, Daily, Flat) based on ticket config.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23160" y="3877056"/>
            <a:ext cx="9144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42153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4215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&amp; Spot Release — Sets fee, updates ticket state to closed, and releases the spot for future bookings.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Layered 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749040"/>
          </a:xfrm>
          <a:prstGeom prst="roundRect">
            <a:avLst>
              <a:gd name="adj" fmla="val 97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241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ParkingLotSystem.API/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       // Controller routers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DTOs/              // Data contracts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Requests/      // Request validators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Responses/     // Output mapping DTOs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Domain/            // Domain rules (Pure C#)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Entities/      // Core models (Vehicle, Spot)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Enums/         // Domain definitions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340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FeeStrategies/     // Strategy definitions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5054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Interfaces/        // DI abstractions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Mappers/           // Domain-DTO static mappers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Middleware/        // Exception handling &amp; logging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29992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              // AppDbContext &amp; Migrations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31638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Services/          // Core async operations</a:t>
            </a:r>
            <a:endParaRPr lang="en-US" sz="950" dirty="0"/>
          </a:p>
        </p:txBody>
      </p:sp>
      <p:pic>
        <p:nvPicPr>
          <p:cNvPr id="19" name="Image 0" descr=".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4114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Domain Entities &amp; Relationship Schema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PERSISTENT DATA STRUCTURES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ParkingLot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Attributes: Id (PK), Name, Address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Floor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Attributes: Id (PK), Number, ParkingLotId (FK)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ParkingSpot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52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Attributes: Id (PK), SpotNum, IsOccupied, FloorId (FK)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209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Vehicle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Attributes: Id (PK), LicensePlate, Type (Enum)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ParkingTicket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Attributes: Id (PK), EntryTime, ExitTime, Fee, IsActive, VehicleId (FK), SpotId (FK), FeeType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Mapping: Navigation boundaries are eager-loaded via EF Core .Include() expressions in repository services.</a:t>
            </a:r>
            <a:endParaRPr lang="en-US" sz="950" dirty="0"/>
          </a:p>
        </p:txBody>
      </p:sp>
      <p:pic>
        <p:nvPicPr>
          <p:cNvPr id="16" name="Image 0" descr="./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4114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OOP — Vehicle Inheritance Hierarchy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INHERITANCE STRUCTURING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model vehicle categories (Motorcycle, Car, Truck) using a single inheritance chain. Instantiating the base class is blocked directly by declaring it abstract.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Motorcycle Subclass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Constructor sets VehicleType = Motorcycle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Car Subclass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Constructor sets VehicleType = Car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Truck Subclass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Constructor sets VehicleType = Truck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TPH Database Mapping: Transformed by EF Core into a single database table containing a string Discriminator column.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114800" cy="3749040"/>
          </a:xfrm>
          <a:prstGeom prst="roundRect">
            <a:avLst>
              <a:gd name="adj" fmla="val 97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24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VehicleType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Motorcycle, Car, Truck 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13533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15179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1682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set; 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LicensePlate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set; } = string.Empty;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VehicleType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set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1762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23408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Motorcycle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Motorcycle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VehicleType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Motorcycle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999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1638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33284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36576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VehicleType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8221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OOP — Polymorphic Spot Checks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SPOT COMPATIBILITY MATRIX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3840480" cy="118872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91440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Spot Class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Motorcycle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Truck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CompactSpot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Fits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 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 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LargeSpot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Fits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Fits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Fits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Handicapped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Fits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Fits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✘ 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06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Polymorphic Resolution Strategy: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base class ParkingSpot exposes an abstract method CanFitVehicle(). Subclasses implement the validation rules. This isolates the spot constraints inside each respective model, eliminating validation branches in controllers.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0" y="914400"/>
            <a:ext cx="4114800" cy="3749040"/>
          </a:xfrm>
          <a:prstGeom prst="roundRect">
            <a:avLst>
              <a:gd name="adj" fmla="val 97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024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ParkingSpot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54880" y="11887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54880" y="13533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set; }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54880" y="15179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SpotNumber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set; }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54880" y="1682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IsOccupied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</a:t>
            </a:r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set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5488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bool </a:t>
            </a:r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CanFitVehicle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54880" y="20116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4880" y="21762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54880" y="23408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CompactSpot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ParkingSpot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0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5488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override bool </a:t>
            </a:r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CanFitVehicle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0" y="28346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VehicleType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Motorcycle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4880" y="2999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54880" y="31638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54880" y="33284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HandicappedSpot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ParkingSpot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54880" y="3493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754880" y="36576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override bool </a:t>
            </a:r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CanFitVehicle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0" y="38221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VehicleType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Motorcycle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4880" y="39867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VehicleType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54880" y="4151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OOP — State Encapsulation and Safeguards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91C1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UNSAFE DOMAIN (NO ENCAPSULATION)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40480" cy="128016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44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Properties can be changed directly from outside: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IsOccupied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8379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Threat: Double bookings can occur without safety check.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controllers are directly muting domain state. Business validations (e.g. check if spot is free before booking) are left to controllers, causing logic duplication.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580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SAFE DOMAIN (ENCAPSULATED STATE)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114800" cy="3383280"/>
          </a:xfrm>
          <a:prstGeom prst="roundRect">
            <a:avLst>
              <a:gd name="adj" fmla="val 108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44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ParkingSpot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673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IsOccupied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set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8379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SpotNumber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set;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20025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167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Occupy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4963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IsOccupied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6609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SpotAlreadyOccupiedException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SpotNumber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25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IsOccupied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990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1546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3192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4838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648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IsOccupied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813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 </a:t>
            </a:r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SpotAlreadyFreeException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SpotNumber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9776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IsOccupied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4142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3068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OOP — Billing Strategy &amp; Factory Pattern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OPEN-CLOSED PRINCIPLE COMPLIANCE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implement fee rules (Hourly, Daily, Flat) through an interface IFeeCalculator. The factory resolves calculators dynamically. Adding billing strategies requires zero modification to exit service logic.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Hourly Strategy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Rs 50 / hour (rounded up)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Daily Strategy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Rs 500 / day (rounded up)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Flat Strategy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Rs 200 flat fee regardless of stay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114800" cy="3749040"/>
          </a:xfrm>
          <a:prstGeom prst="roundRect">
            <a:avLst>
              <a:gd name="adj" fmla="val 97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24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IFeeCalculator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3533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inTime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outTime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15179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1682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HourlyFeeCalculator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IFeeCalculator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21762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decimal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3408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(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Ceiling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((o - i).TotalHours) * 50.0m;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8346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9992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FeeCalculatorFactory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31638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3284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FeeType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IFeeCalculator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_calcs;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3493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IFeeCalculator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GetCalculator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FeeType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6576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_calcs[t];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38221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 Sequence: Park Vehicle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Incoming Validations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914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DTO request arrives containing LicensePlate, VehicleType, and FeeType. Model checks enforce properties.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Fetch / Register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DB for existing vehicle. Reuses existing entity or creates a new subclass based on input.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Polymorphic Spot Allocation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runs a query on floor spots to resolve a match where Spot.CanFitVehicle(v) returns true.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Encapsulated Booking &amp; Save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Invokes spot.Occupy() (safeguarding against double booking) and records active ParkingTicket. Transaction committed.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DTO Output Return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023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persistent ticket entities to a ParkingTicketResponse contract. Return HTTP 201 Created.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 Sequence: Exit Vehicle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Eager Load Ticket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914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active ticket by Id. Uses eager loading (.Include) to fetch associated Vehicle and Spot objects.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Validations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ticket is open. If ticket is already closed, throw custom exception returning RFC 7807 problem details.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Strategy Computation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Ticket.FeeType to FeeCalculatorFactory. Resolve calculator and compute fee.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&amp; Save State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Invoke spot.Free() inside ParkingSpot class. Sets Ticket ExitTime/Fee, mark IsActive = false, save changes.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API Response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023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closed ticket transaction details mapped to Response DTO. Yield HTTP 200 OK.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 API Endpoints &amp; Routes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1645920"/>
                <a:gridCol w="1097280"/>
                <a:gridCol w="201168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Method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Route Path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 Description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/api/parking/park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(JWT)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 Created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Park vehicle. Allocate spot &amp; issue ticket.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/api/parking/exit/{ticketId}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(JWT)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OK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Process exit, calculate fee &amp; free spot.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/api/parking/active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Route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OK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Fetch a list of active vehicles parked.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/api/parking/ticket/{ticketId}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Route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OK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Retrieve a specific ticket log by ID.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/api/auth/login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Route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OK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Authorize username &amp; return JWT payload.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Database Configuration &amp; Data Seeding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TPH MODEL CONFIGURATION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40480" cy="3429000"/>
          </a:xfrm>
          <a:prstGeom prst="roundRect">
            <a:avLst>
              <a:gd name="adj" fmla="val 10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44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EF Core Table-Per-Hierarchy (TPH)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override void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OnModelCreating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ModelBuilder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8379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002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1671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HasDiscriminator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&gt;("Discriminator")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HasValue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Motorcycle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&gt;("Motorcycle")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496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HasValue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&gt;("Car")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6609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HasValue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&gt;("Truck");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2825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2990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ParkingSpot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HasDiscriminator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&gt;("Discriminator")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3192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HasValue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CompactSpot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&gt;("CompactSpot")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3483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HasValue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LargeSpot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&gt;("LargeSpot")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36484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HasValue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HandicappedSpot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&gt;("Handicapped");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38130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INSTANTIATED SEED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1234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migration configuration seeds database tables automatically on startup. This allows testing without manual record entry: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1920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ParkingLot Entity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Downtown Hub Parking Lot.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Level Floors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Instantiates Floor 1 and Floor 2.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3657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Strategic Spot Allocations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Seeds 10 spots distributed across floors: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3 CompactSpots (Motorcycles)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4 LargeSpots (All Vehicles)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3 HandicappedSpots (Cars and Motorcycles)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HTTP Request Middleware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Exception Handler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914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Outermost layer. Intercepts exceptions, resolving domain validations to map custom RFC 7807 ProblemDetails.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Logger Middleware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request verb, path, and incoming execution context. On output, logs status code and duration (ms).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Middleware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Bearer tokens from incoming Authorization headers. Decodes claims and updates HttpContext.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Middleware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Evaluates endpoints metadata. Rejects claims mismatch with 401 Unauthorized or 403 Forbidden.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Routing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023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map to matching actions. Accesses injected Services via DI to complete the request.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Security &amp; JWT Configurations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JWT CONFIGURATION (APPSETTINGS.JSON)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40480" cy="2286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441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"JwtSettings"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"SecretKey"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"SuperSecretSecureKeyWith32Chars+"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8379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"Issuer"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"ParkingLotSystem"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002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"Audience"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"ParkingLotUsers"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671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"ExpiryMinutes"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496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Scheme: Wire up Bearer token verification in Program.cs. Claims extract identity parameters directly to protect sensitive API boundaries.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ACCESS POLICY BOUNDARIES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/api/parking/park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Authorized (JWT Signature Required)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/api/parking/exit/{id}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240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Authorized (JWT Signature Required)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/api/parking/active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Open Access (Public Endpoint)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/api/parking/ticket/{id}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611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Open Access (Public Endpoint)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Open Access (Public Endpoint)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Requirements &amp; Verification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1: OOP &amp; DOMAIN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Abstract Base Vehicles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Abstract Base Spots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IFeeCalculator Strategy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LINQ Query Allocations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2: MIDDLEWARE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234440"/>
            <a:ext cx="19202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137160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Async Service Interface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219456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Custom Exception Mapping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301752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Request Log Pipeline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0" y="384048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RFC 7807 Global Errors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3: CONTRACTS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34440"/>
            <a:ext cx="19202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137160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Request/Response DTOs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19456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Static Entity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DI Scoped Registry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Model Validations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66560" y="914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4: DATABASE &amp; AUTH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1234440"/>
            <a:ext cx="19202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4"/>
          <p:cNvSpPr/>
          <p:nvPr/>
        </p:nvSpPr>
        <p:spPr>
          <a:xfrm>
            <a:off x="6766560" y="137160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MySQL Schema via Pomelo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66560" y="219456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EF Core 5-DbSet Context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301752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Startup Auto-Migrations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66560" y="384048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Bearer Token Verification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Status: All 16 criteria resolved. Unit and integration flows verified via local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Verification playbook: Live Swagger Demo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SWAGGER ENDPOINT PLAYBOOK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Swagger interface: /swagger/index.html to execute verification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 User  ➔  Send POST request to /api/auth/login. Submit default payload: (admin / admin123). Copy returned JWT token.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 Setup  ➔  Click Swagger 'Authorize' button. Paste Bearer token directly into authorization header.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Parking  ➔  POST to /api/parking/park. Input license, vehicle type, strategy. System creates ticket, return HTTP 201.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Logs  ➔  Call GET /api/parking/active. Validate that designated spot has IsOccupied state toggled to true.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Validation  ➔  Send PUT to /api/parking/exit/{ticketId}. Check billing computation, spot transitions back to free state.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Essam  ·  Technical Evaluation Final Project  ·  June 29,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Parking Lot System — Technical Architecture Review</dc:title>
  <dc:subject>PptxGenJS Presentation</dc:subject>
  <dc:creator>Ahmed Essam</dc:creator>
  <cp:lastModifiedBy>Ahmed Essam</cp:lastModifiedBy>
  <cp:revision>1</cp:revision>
  <dcterms:created xsi:type="dcterms:W3CDTF">2026-06-27T15:40:00Z</dcterms:created>
  <dcterms:modified xsi:type="dcterms:W3CDTF">2026-06-27T15:40:00Z</dcterms:modified>
</cp:coreProperties>
</file>